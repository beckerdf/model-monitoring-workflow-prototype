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60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3172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Monitoring Review Assignment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3375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manual email chain to an automated, tracked workflow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12648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 ·  MODEL GOVERNANCE PARTNERSHIP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Breaks Down After Assignment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6001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Tracking Mechanism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167128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Managers rely solely on personal email inboxes to know who's assigned what.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8288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60012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32320" y="17830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 Distribution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32320" y="2167128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assignment is manual, one at a time, dependent on one person remembering to act.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60012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37033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Due-Date Monitoring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4087368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flags an approaching or missed deadline before it becomes a problem.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52044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60012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32320" y="37033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Follow-Up Loop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32320" y="4087368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confirm a review was completed — or completed correctly — without manually checking.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DECEC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544068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model monitoring due dates are a regulatory and governance exposure — not just an internal inconvenience.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Trigger. Everything Else Automated.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59536" y="1691640"/>
            <a:ext cx="2377440" cy="1051560"/>
          </a:xfrm>
          <a:prstGeom prst="roundRect">
            <a:avLst>
              <a:gd name="adj" fmla="val 8696"/>
            </a:avLst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859536" y="169164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Email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36976" y="1691640"/>
            <a:ext cx="320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557016" y="1691640"/>
            <a:ext cx="2377440" cy="1051560"/>
          </a:xfrm>
          <a:prstGeom prst="roundRect">
            <a:avLst>
              <a:gd name="adj" fmla="val 8696"/>
            </a:avLst>
          </a:prstGeom>
          <a:solidFill>
            <a:srgbClr val="E60012"/>
          </a:solidFill>
          <a:ln/>
        </p:spPr>
      </p:sp>
      <p:sp>
        <p:nvSpPr>
          <p:cNvPr id="8" name="Text 6"/>
          <p:cNvSpPr/>
          <p:nvPr/>
        </p:nvSpPr>
        <p:spPr>
          <a:xfrm>
            <a:off x="3557016" y="169164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Auto-Parse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Dates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34456" y="1691640"/>
            <a:ext cx="320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254496" y="1691640"/>
            <a:ext cx="2377440" cy="1051560"/>
          </a:xfrm>
          <a:prstGeom prst="roundRect">
            <a:avLst>
              <a:gd name="adj" fmla="val 8696"/>
            </a:avLst>
          </a:prstGeom>
          <a:solidFill>
            <a:srgbClr val="E60012"/>
          </a:solidFill>
          <a:ln/>
        </p:spPr>
      </p:sp>
      <p:sp>
        <p:nvSpPr>
          <p:cNvPr id="11" name="Text 9"/>
          <p:cNvSpPr/>
          <p:nvPr/>
        </p:nvSpPr>
        <p:spPr>
          <a:xfrm>
            <a:off x="6254496" y="169164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Auto-Assign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Queue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31936" y="1691640"/>
            <a:ext cx="320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951976" y="1691640"/>
            <a:ext cx="2377440" cy="1051560"/>
          </a:xfrm>
          <a:prstGeom prst="roundRect">
            <a:avLst>
              <a:gd name="adj" fmla="val 8696"/>
            </a:avLst>
          </a:prstGeom>
          <a:solidFill>
            <a:srgbClr val="1A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8951976" y="169164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DS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Manager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32704" y="288036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859536" y="3383280"/>
            <a:ext cx="2377440" cy="1051560"/>
          </a:xfrm>
          <a:prstGeom prst="roundRect">
            <a:avLst>
              <a:gd name="adj" fmla="val 8696"/>
            </a:avLst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859536" y="33832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Completes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in Archer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36976" y="3383280"/>
            <a:ext cx="320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3557016" y="3383280"/>
            <a:ext cx="2377440" cy="1051560"/>
          </a:xfrm>
          <a:prstGeom prst="roundRect">
            <a:avLst>
              <a:gd name="adj" fmla="val 8696"/>
            </a:avLst>
          </a:prstGeom>
          <a:solidFill>
            <a:srgbClr val="1A1A1A"/>
          </a:solidFill>
          <a:ln/>
        </p:spPr>
      </p:sp>
      <p:sp>
        <p:nvSpPr>
          <p:cNvPr id="20" name="Text 18"/>
          <p:cNvSpPr/>
          <p:nvPr/>
        </p:nvSpPr>
        <p:spPr>
          <a:xfrm>
            <a:off x="3557016" y="33832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Tracked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SharePoint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34456" y="3383280"/>
            <a:ext cx="320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254496" y="3383280"/>
            <a:ext cx="2377440" cy="1051560"/>
          </a:xfrm>
          <a:prstGeom prst="roundRect">
            <a:avLst>
              <a:gd name="adj" fmla="val 8696"/>
            </a:avLst>
          </a:prstGeom>
          <a:solidFill>
            <a:srgbClr val="B45309"/>
          </a:solidFill>
          <a:ln/>
        </p:spPr>
      </p:sp>
      <p:sp>
        <p:nvSpPr>
          <p:cNvPr id="23" name="Text 21"/>
          <p:cNvSpPr/>
          <p:nvPr/>
        </p:nvSpPr>
        <p:spPr>
          <a:xfrm>
            <a:off x="6254496" y="33832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31936" y="3383280"/>
            <a:ext cx="320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8951976" y="3383280"/>
            <a:ext cx="2377440" cy="1051560"/>
          </a:xfrm>
          <a:prstGeom prst="roundRect">
            <a:avLst>
              <a:gd name="adj" fmla="val 8696"/>
            </a:avLst>
          </a:prstGeom>
          <a:solidFill>
            <a:srgbClr val="15803D"/>
          </a:solidFill>
          <a:ln/>
        </p:spPr>
      </p:sp>
      <p:sp>
        <p:nvSpPr>
          <p:cNvPr id="26" name="Text 24"/>
          <p:cNvSpPr/>
          <p:nvPr/>
        </p:nvSpPr>
        <p:spPr>
          <a:xfrm>
            <a:off x="8951976" y="33832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566160" y="4709160"/>
            <a:ext cx="5029200" cy="502920"/>
          </a:xfrm>
          <a:prstGeom prst="roundRect">
            <a:avLst>
              <a:gd name="adj" fmla="val 10909"/>
            </a:avLst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66160" y="47091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can override the auto-assignment at any time — logged automatically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two human touchpoints: the DS completing the review, and an optional manager override.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VS. PROPOSED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4663440"/>
        </p:xfrm>
        <a:graphic>
          <a:graphicData uri="http://schemas.openxmlformats.org/drawingml/2006/table">
            <a:tbl>
              <a:tblPr/>
              <a:tblGrid>
                <a:gridCol w="2103120"/>
                <a:gridCol w="4480560"/>
                <a:gridCol w="448056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1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— single point of failure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 round-robin by last-assigned date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email inboxes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Centralized list, visible to all managers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 Dates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monitoring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reminders at 7 days, 2 days, overdue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Follow-Up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DS-driven status + automatic manager escalation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Trail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history of assignment, status, reassignment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of Record: What Lives Where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4663440"/>
        </p:xfrm>
        <a:graphic>
          <a:graphicData uri="http://schemas.openxmlformats.org/drawingml/2006/table">
            <a:tbl>
              <a:tblPr/>
              <a:tblGrid>
                <a:gridCol w="2651760"/>
                <a:gridCol w="2377440"/>
                <a:gridCol w="603504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600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Rotation Queue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SharePoint List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Ordered list of data scientists, availability, last-assigned date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600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Inventory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SharePoint List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row per review: model, DS, due date, status, dates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600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 Logic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Automate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Parses email, assigns, notifies, reminds, escalates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600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Documentation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Confluence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Runbook and reference for how the workflow operates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600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Reporting View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SharePoint / Power BI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dashboard — overdue, upcoming, workload by 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STAYS HONEST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Rotation, Built-In Accountability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QUEUE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03520" cy="822960"/>
          </a:xfrm>
          <a:prstGeom prst="roundRect">
            <a:avLst>
              <a:gd name="adj" fmla="val 7778"/>
            </a:avLst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3911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&amp; Email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35000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in the pool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5303520" cy="822960"/>
          </a:xfrm>
          <a:prstGeom prst="roundRect">
            <a:avLst>
              <a:gd name="adj" fmla="val 7778"/>
            </a:avLst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99923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Flag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31012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rotation or not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5303520" cy="822960"/>
          </a:xfrm>
          <a:prstGeom prst="roundRect">
            <a:avLst>
              <a:gd name="adj" fmla="val 7778"/>
            </a:avLst>
          </a:prstGeom>
          <a:solidFill>
            <a:srgbClr val="F5F5F5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95935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Unavailable Dates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427024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Vacation — auto-skipped, auto-returns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846320"/>
            <a:ext cx="5303520" cy="822960"/>
          </a:xfrm>
          <a:prstGeom prst="roundRect">
            <a:avLst>
              <a:gd name="adj" fmla="val 7778"/>
            </a:avLst>
          </a:prstGeom>
          <a:solidFill>
            <a:srgbClr val="F5F5F5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91947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Assigned Date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52303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Oldest date goes next — self-correcting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63640" y="15544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TIMELINE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63640" y="2039112"/>
            <a:ext cx="146304" cy="685800"/>
          </a:xfrm>
          <a:prstGeom prst="roundRect">
            <a:avLst>
              <a:gd name="adj" fmla="val 12500"/>
            </a:avLst>
          </a:prstGeom>
          <a:solidFill>
            <a:srgbClr val="15803D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1965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Due Date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0" y="2295144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reminded automatically — no manager action needed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2999232"/>
            <a:ext cx="146304" cy="685800"/>
          </a:xfrm>
          <a:prstGeom prst="roundRect">
            <a:avLst>
              <a:gd name="adj" fmla="val 12500"/>
            </a:avLst>
          </a:prstGeom>
          <a:solidFill>
            <a:srgbClr val="B45309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2926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Approaching Due Date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83680" y="3255264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looped in automatically as a backstop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3959352"/>
            <a:ext cx="146304" cy="685800"/>
          </a:xfrm>
          <a:prstGeom prst="roundRect">
            <a:avLst>
              <a:gd name="adj" fmla="val 12500"/>
            </a:avLst>
          </a:prstGeom>
          <a:solidFill>
            <a:srgbClr val="E60012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3886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Due Date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83680" y="4215384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escalated to directly, prompted to act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63640" y="4919472"/>
            <a:ext cx="146304" cy="685800"/>
          </a:xfrm>
          <a:prstGeom prst="roundRect">
            <a:avLst>
              <a:gd name="adj" fmla="val 12500"/>
            </a:avLst>
          </a:prstGeom>
          <a:solidFill>
            <a:srgbClr val="1A1A1A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4846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83680" y="5175504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of assignment, status, and reassignment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 &amp; NEXT STEPS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Working, Then Roll It 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617720"/>
          </a:xfrm>
          <a:prstGeom prst="roundRect">
            <a:avLst>
              <a:gd name="adj" fmla="val 1584"/>
            </a:avLst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7548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email triggers auto-parse and auto-assignment, in real time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Queue skips anyone inactive or on an unavailable date range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override reassigns a review in one click, fully logged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 shows the audit trail the current process doesn't have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63640" y="16002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20116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60012"/>
          </a:solidFill>
          <a:ln/>
        </p:spPr>
      </p:sp>
      <p:sp>
        <p:nvSpPr>
          <p:cNvPr id="9" name="Text 7"/>
          <p:cNvSpPr/>
          <p:nvPr/>
        </p:nvSpPr>
        <p:spPr>
          <a:xfrm>
            <a:off x="626364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03720" y="198424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the workflow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03720" y="230428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lists + Power Automate flow, one national manager to start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30632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60012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03720" y="303580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 it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03720" y="335584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logic and documentation stored in GitHub, with GitHub Actions for CI/CD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41148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60012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03720" y="408736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off &amp; scale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03720" y="440740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manager review, then roll out across all data science teams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2026-07-20T19:49:30Z</dcterms:created>
  <dcterms:modified xsi:type="dcterms:W3CDTF">2026-07-20T19:49:30Z</dcterms:modified>
</cp:coreProperties>
</file>